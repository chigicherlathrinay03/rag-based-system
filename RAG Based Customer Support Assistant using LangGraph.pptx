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D4E7-6CCE-B278-E9B5-A0682B580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2AE2B-EB55-B605-8E7F-6DF1135EE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D4F7C-E2C0-E416-5CD1-FFCF5CD2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6622A-8397-128E-5DA0-CE0F3057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D6506-928E-66F1-15BB-9EA09E3D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4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0CA8-041B-FB8E-5493-E1753646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0E617-DB1E-4D57-DD7D-B54BC3A16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F527B-2FCE-6ADC-E079-A323B49B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497A3-4808-5EBE-AADE-E470A55F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5D0AC-14EE-6DC7-431C-B7624AF1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82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502-A315-3C19-36A5-2A9D9B52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53F5D-9139-2FCA-73CE-041A81978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291AC-5A8D-B860-0561-3A81ED04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F123D-4B18-38C5-700A-5CEE800D1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9881-8421-57C9-49B3-1402DA9B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24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B2C7-858B-5426-C27F-C26B3043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2F909-D651-A66E-FDBA-4D17050C6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7AC60-C02A-FC09-EF71-D87586FFE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F3E32-3431-8EE8-80E7-48AC9FA7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15C39-3225-FBBE-2734-E39F6594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9FBA-9845-D21A-CE15-E05C9FB3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1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C176-45B5-3004-246B-33533473E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17756-8B22-C31F-34B9-AC88CD5BA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2B090-244A-D37C-387A-CD733537C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7A86-0A27-4775-A0C0-6BFEF73CF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BB3FD-A64E-8086-BA50-60CD3EED2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38A4B-E8EB-5116-0E77-F2A08EAF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F0881-B4C7-29D0-B8A5-11E9F4F3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DADA5-5368-5516-3BDA-A73B80CF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03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4B32-78EB-2F4F-4627-76C0EBCF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A60EF-7DA8-E1B2-DF04-998DD987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7E3F0-DE4A-F936-A4F1-134151599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7C4DD-088D-02C6-2286-575661EF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8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EE0AA-50A2-016C-CA22-CE052F92D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77A42-4E60-002C-56C7-609CE78D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440BB-DA8D-DBC9-68D7-D887C2CE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380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A8D4-179F-D6E3-21CE-440610B8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AFBED-6B79-9579-C19F-BD621B8A8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AF802-A186-FD2B-89E3-881666C95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216B2-B112-33E3-37DC-6D1BB3AE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36A59-F048-F74D-6256-8DDCC7A1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11C70-FE18-2655-2574-F42AD862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6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1BBC-AEF8-AE47-E92D-8291708F9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A2802-DB2C-B0A6-4E2E-5BB9A88E9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1733-280A-6F7F-F6DD-530FBABBE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10F51-FA39-11F5-139E-773771C1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65150-B2AC-DF7E-4960-C83887A7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C576E-0868-5E8C-4710-B3732F57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291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08CE-C912-8FDF-CCD9-B7489EAC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6B98D-88A0-1308-67EB-00B9CB4E0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49BF7-A64D-AE86-DA96-3AAB470C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1385-E574-3702-0A38-9DEE5EC5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AF031-CF2F-292D-C319-4F8E17FC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87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E67612-2FA8-BFCD-3F58-355C6CE2D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A529B-26AE-DD87-2081-916B75DD3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6435C-AF49-E671-F8B0-5EDF3ED1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C80A-830C-0E11-6E88-8D9A01D0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D0220-EF50-CE60-0A29-FB5D01A8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8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E5FCC-D542-247D-2802-183D3DC7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4D85-ACC2-892A-9CA3-37536FD8B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A005B-A615-6388-4E57-D4EA50B23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ADC79-A634-4923-9C2E-3DBAF9B76C3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E9535-104F-033B-04E6-A486BA2F5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864FC-4766-D512-867E-A5F91169E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1264F-73B6-417E-BDCA-F2DCD9AB6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1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649D-62E0-0081-D514-CCFB18D3C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RAG Based Customer Support Assistant using </a:t>
            </a:r>
            <a:r>
              <a:rPr lang="en-US" dirty="0" err="1"/>
              <a:t>LangGraph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7107A-4122-23DB-0539-9ED303844B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Internship Project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769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45A6-422C-0E31-038F-896A10C2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B4A9B-B150-CC77-9DC3-C1B5C025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support teams receive many repeated queries daily </a:t>
            </a:r>
          </a:p>
          <a:p>
            <a:r>
              <a:rPr lang="en-US" dirty="0"/>
              <a:t>Manual handling takes time and effort </a:t>
            </a:r>
          </a:p>
          <a:p>
            <a:r>
              <a:rPr lang="en-US" dirty="0"/>
              <a:t>Need for automated intelligent support system </a:t>
            </a:r>
          </a:p>
          <a:p>
            <a:r>
              <a:rPr lang="en-US" dirty="0"/>
              <a:t>This project uses AI to answer customer questions quickly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61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B46F-DFB4-A210-E67F-A71D9B58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EB0A0-84B0-7CC3-1E88-3D49668CE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Customers frequently ask questions such as:</a:t>
            </a:r>
          </a:p>
          <a:p>
            <a:r>
              <a:rPr lang="en-US" dirty="0"/>
              <a:t>What is refund policy? </a:t>
            </a:r>
          </a:p>
          <a:p>
            <a:r>
              <a:rPr lang="en-US" dirty="0"/>
              <a:t>How can I cancel my order? </a:t>
            </a:r>
          </a:p>
          <a:p>
            <a:r>
              <a:rPr lang="en-US" dirty="0"/>
              <a:t>What are shipping charges? </a:t>
            </a:r>
          </a:p>
          <a:p>
            <a:r>
              <a:rPr lang="en-US" dirty="0"/>
              <a:t>How to return damaged product? </a:t>
            </a:r>
          </a:p>
          <a:p>
            <a:r>
              <a:rPr lang="en-US" dirty="0"/>
              <a:t>Manual support causes delays and workload.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72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5A0C-CDA5-15A8-A61F-059916DD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0C3147-98CC-3B0E-B17E-4FB18F6AA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67673"/>
            <a:ext cx="571663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smart support chatbot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information from PDF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 relevant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accurate responses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manual support effort </a:t>
            </a:r>
          </a:p>
        </p:txBody>
      </p:sp>
    </p:spTree>
    <p:extLst>
      <p:ext uri="{BB962C8B-B14F-4D97-AF65-F5344CB8AC3E}">
        <p14:creationId xmlns:p14="http://schemas.microsoft.com/office/powerpoint/2010/main" val="312927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205E-665B-8485-E742-82DADB65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7710-0F6D-498D-46EF-BB6932C0C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</a:t>
            </a:r>
          </a:p>
          <a:p>
            <a:r>
              <a:rPr lang="en-IN" dirty="0" err="1"/>
              <a:t>LangChain</a:t>
            </a:r>
            <a:r>
              <a:rPr lang="en-IN" dirty="0"/>
              <a:t> </a:t>
            </a:r>
          </a:p>
          <a:p>
            <a:r>
              <a:rPr lang="en-IN" dirty="0" err="1"/>
              <a:t>LangGraph</a:t>
            </a:r>
            <a:r>
              <a:rPr lang="en-IN" dirty="0"/>
              <a:t> </a:t>
            </a:r>
          </a:p>
          <a:p>
            <a:r>
              <a:rPr lang="en-IN" dirty="0" err="1"/>
              <a:t>ChromaDB</a:t>
            </a:r>
            <a:r>
              <a:rPr lang="en-IN" dirty="0"/>
              <a:t> </a:t>
            </a:r>
          </a:p>
          <a:p>
            <a:r>
              <a:rPr lang="en-IN" dirty="0" err="1"/>
              <a:t>HuggingFace</a:t>
            </a:r>
            <a:r>
              <a:rPr lang="en-IN" dirty="0"/>
              <a:t> Embeddings </a:t>
            </a:r>
          </a:p>
          <a:p>
            <a:r>
              <a:rPr lang="en-IN" dirty="0" err="1"/>
              <a:t>Groq</a:t>
            </a:r>
            <a:r>
              <a:rPr lang="en-IN" dirty="0"/>
              <a:t> API </a:t>
            </a:r>
          </a:p>
          <a:p>
            <a:r>
              <a:rPr lang="en-IN" dirty="0"/>
              <a:t>VS Code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59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9875-3B44-A5D8-7183-A6C28E319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897FD-6254-EB4F-B991-0BCE15468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PDF File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Text Extraction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Chunking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Embeddings</a:t>
            </a:r>
          </a:p>
          <a:p>
            <a:r>
              <a:rPr lang="en-IN" dirty="0"/>
              <a:t>   ↓</a:t>
            </a:r>
          </a:p>
          <a:p>
            <a:r>
              <a:rPr lang="en-IN" dirty="0" err="1"/>
              <a:t>ChromaDB</a:t>
            </a:r>
            <a:endParaRPr lang="en-IN" dirty="0"/>
          </a:p>
          <a:p>
            <a:r>
              <a:rPr lang="en-IN" dirty="0"/>
              <a:t>   ↓</a:t>
            </a:r>
          </a:p>
          <a:p>
            <a:r>
              <a:rPr lang="en-IN" dirty="0"/>
              <a:t>User Query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Retrieve Data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LLM Response</a:t>
            </a:r>
          </a:p>
        </p:txBody>
      </p:sp>
    </p:spTree>
    <p:extLst>
      <p:ext uri="{BB962C8B-B14F-4D97-AF65-F5344CB8AC3E}">
        <p14:creationId xmlns:p14="http://schemas.microsoft.com/office/powerpoint/2010/main" val="134427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0EDC-BEFC-55B2-FA7B-82E423B0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RAG?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4E720-A01D-D4E6-3F73-FFFE8477D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Retrieval Augmented Generation</a:t>
            </a:r>
          </a:p>
          <a:p>
            <a:r>
              <a:rPr lang="en-IN" dirty="0"/>
              <a:t>Retrieves relevant information first </a:t>
            </a:r>
          </a:p>
          <a:p>
            <a:r>
              <a:rPr lang="en-IN" dirty="0"/>
              <a:t>Sends retrieved data to AI model </a:t>
            </a:r>
          </a:p>
          <a:p>
            <a:r>
              <a:rPr lang="en-IN" dirty="0"/>
              <a:t>Generates accurate answer </a:t>
            </a:r>
          </a:p>
          <a:p>
            <a:r>
              <a:rPr lang="en-IN" dirty="0"/>
              <a:t>Reduces false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90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9486-F66E-F8AB-FD16-E9328B49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176A-3E77-AE46-F6D8-B7A8F5134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customer support </a:t>
            </a:r>
          </a:p>
          <a:p>
            <a:r>
              <a:rPr lang="en-US" dirty="0"/>
              <a:t>Accurate document-based answers </a:t>
            </a:r>
          </a:p>
          <a:p>
            <a:r>
              <a:rPr lang="en-US" dirty="0"/>
              <a:t>Complaint escalation support </a:t>
            </a:r>
          </a:p>
          <a:p>
            <a:r>
              <a:rPr lang="en-US" dirty="0"/>
              <a:t>Easy to update knowledge base </a:t>
            </a:r>
          </a:p>
          <a:p>
            <a:r>
              <a:rPr lang="en-US" dirty="0"/>
              <a:t>Scalable system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077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68D4-EDBB-E442-F9CB-45509E65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0249B-FA5B-EEE7-CA6B-294F02E5E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Sample Questions</a:t>
            </a:r>
          </a:p>
          <a:p>
            <a:r>
              <a:rPr lang="en-US" b="1" dirty="0"/>
              <a:t>Input:</a:t>
            </a:r>
            <a:r>
              <a:rPr lang="en-US" dirty="0"/>
              <a:t> What is refund policy?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Refund requests are processed within five business days.</a:t>
            </a:r>
          </a:p>
          <a:p>
            <a:r>
              <a:rPr lang="en-US" b="1" dirty="0"/>
              <a:t>Input:</a:t>
            </a:r>
            <a:r>
              <a:rPr lang="en-US" dirty="0"/>
              <a:t> How can I cancel my order?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Orders can be cancelled before dispatch.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38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EAF1-75AA-8D76-34A2-DEA3FF97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05EBC-8D9C-9E2C-D336-17FA644B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 interface </a:t>
            </a:r>
          </a:p>
          <a:p>
            <a:r>
              <a:rPr lang="en-IN" dirty="0"/>
              <a:t>Voice chatbot </a:t>
            </a:r>
          </a:p>
          <a:p>
            <a:r>
              <a:rPr lang="en-IN" dirty="0"/>
              <a:t>Multi-language support </a:t>
            </a:r>
          </a:p>
          <a:p>
            <a:r>
              <a:rPr lang="en-IN" dirty="0"/>
              <a:t>CRM integration </a:t>
            </a:r>
          </a:p>
          <a:p>
            <a:r>
              <a:rPr lang="en-IN" dirty="0"/>
              <a:t>Live support dashboard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143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2530-AA0B-784D-7712-08CCA8E3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28D3F-EE91-DC2A-BB1A-366AECFB8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how AI can automate customer support using RAG architecture and improve response speed, accuracy, and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97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RAG Based Customer Support Assistant using LangGraph</vt:lpstr>
      <vt:lpstr>Introduction</vt:lpstr>
      <vt:lpstr> Problem Statement </vt:lpstr>
      <vt:lpstr>Objective</vt:lpstr>
      <vt:lpstr>Technologies Used</vt:lpstr>
      <vt:lpstr>System Workflow</vt:lpstr>
      <vt:lpstr>What is RAG?</vt:lpstr>
      <vt:lpstr>Features</vt:lpstr>
      <vt:lpstr>Demo Output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chigicherla thrinay</dc:creator>
  <cp:lastModifiedBy>chigicherla thrinay</cp:lastModifiedBy>
  <cp:revision>1</cp:revision>
  <dcterms:created xsi:type="dcterms:W3CDTF">2026-04-22T15:42:32Z</dcterms:created>
  <dcterms:modified xsi:type="dcterms:W3CDTF">2026-04-22T15:42:37Z</dcterms:modified>
</cp:coreProperties>
</file>